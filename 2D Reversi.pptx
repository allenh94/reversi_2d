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8C334B6-8070-4647-959C-98CAD0413E0C}" type="datetimeFigureOut">
              <a:rPr lang="zh-TW" altLang="en-US" smtClean="0"/>
              <a:t>2022/9/29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905FA74-742C-4433-9DC5-88042AFB2926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264049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334B6-8070-4647-959C-98CAD0413E0C}" type="datetimeFigureOut">
              <a:rPr lang="zh-TW" altLang="en-US" smtClean="0"/>
              <a:t>2022/9/29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FA74-742C-4433-9DC5-88042AFB29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8671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8C334B6-8070-4647-959C-98CAD0413E0C}" type="datetimeFigureOut">
              <a:rPr lang="zh-TW" altLang="en-US" smtClean="0"/>
              <a:t>2022/9/29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05FA74-742C-4433-9DC5-88042AFB292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76183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334B6-8070-4647-959C-98CAD0413E0C}" type="datetimeFigureOut">
              <a:rPr lang="zh-TW" altLang="en-US" smtClean="0"/>
              <a:t>2022/9/29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FA74-742C-4433-9DC5-88042AFB29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2138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334B6-8070-4647-959C-98CAD0413E0C}" type="datetimeFigureOut">
              <a:rPr lang="zh-TW" altLang="en-US" smtClean="0"/>
              <a:t>2022/9/29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FA74-742C-4433-9DC5-88042AFB29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304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334B6-8070-4647-959C-98CAD0413E0C}" type="datetimeFigureOut">
              <a:rPr lang="zh-TW" altLang="en-US" smtClean="0"/>
              <a:t>2022/9/29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FA74-742C-4433-9DC5-88042AFB29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4170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334B6-8070-4647-959C-98CAD0413E0C}" type="datetimeFigureOut">
              <a:rPr lang="zh-TW" altLang="en-US" smtClean="0"/>
              <a:t>2022/9/29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FA74-742C-4433-9DC5-88042AFB29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435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8C334B6-8070-4647-959C-98CAD0413E0C}" type="datetimeFigureOut">
              <a:rPr lang="zh-TW" altLang="en-US" smtClean="0"/>
              <a:t>2022/9/29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05FA74-742C-4433-9DC5-88042AFB292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21823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8C334B6-8070-4647-959C-98CAD0413E0C}" type="datetimeFigureOut">
              <a:rPr lang="zh-TW" altLang="en-US" smtClean="0"/>
              <a:t>2022/9/29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05FA74-742C-4433-9DC5-88042AFB292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98121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334B6-8070-4647-959C-98CAD0413E0C}" type="datetimeFigureOut">
              <a:rPr lang="zh-TW" altLang="en-US" smtClean="0"/>
              <a:t>2022/9/29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FA74-742C-4433-9DC5-88042AFB29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9762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334B6-8070-4647-959C-98CAD0413E0C}" type="datetimeFigureOut">
              <a:rPr lang="zh-TW" altLang="en-US" smtClean="0"/>
              <a:t>2022/9/29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5FA74-742C-4433-9DC5-88042AFB29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688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98C334B6-8070-4647-959C-98CAD0413E0C}" type="datetimeFigureOut">
              <a:rPr lang="zh-TW" altLang="en-US" smtClean="0"/>
              <a:t>2022/9/29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905FA74-742C-4433-9DC5-88042AFB292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31751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456668-013C-4DDB-3DC3-197B97254E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2D </a:t>
            </a:r>
            <a:r>
              <a:rPr lang="en-US" altLang="zh-TW" dirty="0" err="1"/>
              <a:t>Reversi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7749C2A-E6D2-DF34-0CC6-6372D20C2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7520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F70C94-609D-B031-4BC5-E1165C30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程式架構圖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6E08B1-25E1-8AE7-D142-3F588620D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26500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17C650-75AD-38C0-7690-E6161F27D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680DD0-0532-C09F-DC7A-C5CAD709F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033669"/>
      </p:ext>
    </p:extLst>
  </p:cSld>
  <p:clrMapOvr>
    <a:masterClrMapping/>
  </p:clrMapOvr>
</p:sld>
</file>

<file path=ppt/theme/theme1.xml><?xml version="1.0" encoding="utf-8"?>
<a:theme xmlns:a="http://schemas.openxmlformats.org/drawingml/2006/main" name="裁剪">
  <a:themeElements>
    <a:clrScheme name="裁剪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裁剪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裁剪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TM10001105[[fn=裁剪]]</Template>
  <TotalTime>114</TotalTime>
  <Words>5</Words>
  <Application>Microsoft Office PowerPoint</Application>
  <PresentationFormat>寬螢幕</PresentationFormat>
  <Paragraphs>2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5" baseType="lpstr">
      <vt:lpstr>Franklin Gothic Book</vt:lpstr>
      <vt:lpstr>裁剪</vt:lpstr>
      <vt:lpstr>2D Reversi</vt:lpstr>
      <vt:lpstr>程式架構圖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 Reversi</dc:title>
  <dc:creator>HONGJUN TSAI</dc:creator>
  <cp:lastModifiedBy>HONGJUN TSAI</cp:lastModifiedBy>
  <cp:revision>2</cp:revision>
  <dcterms:created xsi:type="dcterms:W3CDTF">2022-09-18T02:18:44Z</dcterms:created>
  <dcterms:modified xsi:type="dcterms:W3CDTF">2022-09-29T13:16:20Z</dcterms:modified>
</cp:coreProperties>
</file>